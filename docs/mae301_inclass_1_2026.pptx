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2"/>
    <p:sldId id="267"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546105-D2ED-DD45-9473-F89B7964EE96}" v="10" dt="2026-01-20T20:00:27.8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24"/>
  </p:normalViewPr>
  <p:slideViewPr>
    <p:cSldViewPr snapToGrid="0">
      <p:cViewPr varScale="1">
        <p:scale>
          <a:sx n="111" d="100"/>
          <a:sy n="111" d="100"/>
        </p:scale>
        <p:origin x="65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 Ren" userId="83e6301c-a790-4584-8f5d-46220ecd4860" providerId="ADAL" clId="{12546105-D2ED-DD45-9473-F89B7964EE96}"/>
    <pc:docChg chg="undo custSel addSld delSld modSld">
      <pc:chgData name="Yi Ren" userId="83e6301c-a790-4584-8f5d-46220ecd4860" providerId="ADAL" clId="{12546105-D2ED-DD45-9473-F89B7964EE96}" dt="2026-01-20T20:02:22.126" v="249" actId="207"/>
      <pc:docMkLst>
        <pc:docMk/>
      </pc:docMkLst>
      <pc:sldChg chg="del">
        <pc:chgData name="Yi Ren" userId="83e6301c-a790-4584-8f5d-46220ecd4860" providerId="ADAL" clId="{12546105-D2ED-DD45-9473-F89B7964EE96}" dt="2026-01-20T20:00:24.645" v="64" actId="2696"/>
        <pc:sldMkLst>
          <pc:docMk/>
          <pc:sldMk cId="4004627568" sldId="256"/>
        </pc:sldMkLst>
      </pc:sldChg>
      <pc:sldChg chg="modSp mod">
        <pc:chgData name="Yi Ren" userId="83e6301c-a790-4584-8f5d-46220ecd4860" providerId="ADAL" clId="{12546105-D2ED-DD45-9473-F89B7964EE96}" dt="2026-01-20T20:01:56.477" v="241" actId="207"/>
        <pc:sldMkLst>
          <pc:docMk/>
          <pc:sldMk cId="727928084" sldId="257"/>
        </pc:sldMkLst>
        <pc:spChg chg="mod">
          <ac:chgData name="Yi Ren" userId="83e6301c-a790-4584-8f5d-46220ecd4860" providerId="ADAL" clId="{12546105-D2ED-DD45-9473-F89B7964EE96}" dt="2026-01-20T20:01:56.477" v="241" actId="207"/>
          <ac:spMkLst>
            <pc:docMk/>
            <pc:sldMk cId="727928084" sldId="257"/>
            <ac:spMk id="2" creationId="{3FF064FB-DD36-08AD-DFE5-F310F51C2F16}"/>
          </ac:spMkLst>
        </pc:spChg>
      </pc:sldChg>
      <pc:sldChg chg="modSp add mod">
        <pc:chgData name="Yi Ren" userId="83e6301c-a790-4584-8f5d-46220ecd4860" providerId="ADAL" clId="{12546105-D2ED-DD45-9473-F89B7964EE96}" dt="2026-01-20T20:01:59.160" v="242" actId="207"/>
        <pc:sldMkLst>
          <pc:docMk/>
          <pc:sldMk cId="3595327238" sldId="258"/>
        </pc:sldMkLst>
        <pc:spChg chg="mod">
          <ac:chgData name="Yi Ren" userId="83e6301c-a790-4584-8f5d-46220ecd4860" providerId="ADAL" clId="{12546105-D2ED-DD45-9473-F89B7964EE96}" dt="2026-01-20T20:01:59.160" v="242" actId="207"/>
          <ac:spMkLst>
            <pc:docMk/>
            <pc:sldMk cId="3595327238" sldId="258"/>
            <ac:spMk id="2" creationId="{601E79EC-475E-8D2E-F8EF-8E24AF6B50BC}"/>
          </ac:spMkLst>
        </pc:spChg>
        <pc:spChg chg="mod">
          <ac:chgData name="Yi Ren" userId="83e6301c-a790-4584-8f5d-46220ecd4860" providerId="ADAL" clId="{12546105-D2ED-DD45-9473-F89B7964EE96}" dt="2026-01-20T19:56:19.840" v="3" actId="113"/>
          <ac:spMkLst>
            <pc:docMk/>
            <pc:sldMk cId="3595327238" sldId="258"/>
            <ac:spMk id="3" creationId="{10BCAE75-2249-0929-68B9-27AC437ACC57}"/>
          </ac:spMkLst>
        </pc:spChg>
      </pc:sldChg>
      <pc:sldChg chg="modSp add mod">
        <pc:chgData name="Yi Ren" userId="83e6301c-a790-4584-8f5d-46220ecd4860" providerId="ADAL" clId="{12546105-D2ED-DD45-9473-F89B7964EE96}" dt="2026-01-20T20:02:02.093" v="243" actId="207"/>
        <pc:sldMkLst>
          <pc:docMk/>
          <pc:sldMk cId="3672702873" sldId="259"/>
        </pc:sldMkLst>
        <pc:spChg chg="mod">
          <ac:chgData name="Yi Ren" userId="83e6301c-a790-4584-8f5d-46220ecd4860" providerId="ADAL" clId="{12546105-D2ED-DD45-9473-F89B7964EE96}" dt="2026-01-20T20:02:02.093" v="243" actId="207"/>
          <ac:spMkLst>
            <pc:docMk/>
            <pc:sldMk cId="3672702873" sldId="259"/>
            <ac:spMk id="2" creationId="{05BF30CD-3D71-665D-D321-381AE2263C39}"/>
          </ac:spMkLst>
        </pc:spChg>
        <pc:spChg chg="mod">
          <ac:chgData name="Yi Ren" userId="83e6301c-a790-4584-8f5d-46220ecd4860" providerId="ADAL" clId="{12546105-D2ED-DD45-9473-F89B7964EE96}" dt="2026-01-20T19:56:35.801" v="6"/>
          <ac:spMkLst>
            <pc:docMk/>
            <pc:sldMk cId="3672702873" sldId="259"/>
            <ac:spMk id="3" creationId="{C77979CA-3287-8533-3296-2E03F5F5AEF0}"/>
          </ac:spMkLst>
        </pc:spChg>
      </pc:sldChg>
      <pc:sldChg chg="modSp add mod">
        <pc:chgData name="Yi Ren" userId="83e6301c-a790-4584-8f5d-46220ecd4860" providerId="ADAL" clId="{12546105-D2ED-DD45-9473-F89B7964EE96}" dt="2026-01-20T20:02:05.826" v="244" actId="207"/>
        <pc:sldMkLst>
          <pc:docMk/>
          <pc:sldMk cId="3216388394" sldId="260"/>
        </pc:sldMkLst>
        <pc:spChg chg="mod">
          <ac:chgData name="Yi Ren" userId="83e6301c-a790-4584-8f5d-46220ecd4860" providerId="ADAL" clId="{12546105-D2ED-DD45-9473-F89B7964EE96}" dt="2026-01-20T20:02:05.826" v="244" actId="207"/>
          <ac:spMkLst>
            <pc:docMk/>
            <pc:sldMk cId="3216388394" sldId="260"/>
            <ac:spMk id="2" creationId="{1EF59432-1304-3CCB-F248-824BF680F62F}"/>
          </ac:spMkLst>
        </pc:spChg>
        <pc:spChg chg="mod">
          <ac:chgData name="Yi Ren" userId="83e6301c-a790-4584-8f5d-46220ecd4860" providerId="ADAL" clId="{12546105-D2ED-DD45-9473-F89B7964EE96}" dt="2026-01-20T19:57:02.694" v="18" actId="313"/>
          <ac:spMkLst>
            <pc:docMk/>
            <pc:sldMk cId="3216388394" sldId="260"/>
            <ac:spMk id="3" creationId="{A3859F2F-977F-978F-790F-3F98CF28D553}"/>
          </ac:spMkLst>
        </pc:spChg>
      </pc:sldChg>
      <pc:sldChg chg="modSp add mod">
        <pc:chgData name="Yi Ren" userId="83e6301c-a790-4584-8f5d-46220ecd4860" providerId="ADAL" clId="{12546105-D2ED-DD45-9473-F89B7964EE96}" dt="2026-01-20T20:02:09.275" v="245" actId="207"/>
        <pc:sldMkLst>
          <pc:docMk/>
          <pc:sldMk cId="344061274" sldId="261"/>
        </pc:sldMkLst>
        <pc:spChg chg="mod">
          <ac:chgData name="Yi Ren" userId="83e6301c-a790-4584-8f5d-46220ecd4860" providerId="ADAL" clId="{12546105-D2ED-DD45-9473-F89B7964EE96}" dt="2026-01-20T20:02:09.275" v="245" actId="207"/>
          <ac:spMkLst>
            <pc:docMk/>
            <pc:sldMk cId="344061274" sldId="261"/>
            <ac:spMk id="2" creationId="{49728447-62A3-5DC6-29FB-1BF518947125}"/>
          </ac:spMkLst>
        </pc:spChg>
        <pc:spChg chg="mod">
          <ac:chgData name="Yi Ren" userId="83e6301c-a790-4584-8f5d-46220ecd4860" providerId="ADAL" clId="{12546105-D2ED-DD45-9473-F89B7964EE96}" dt="2026-01-20T19:57:25.609" v="21"/>
          <ac:spMkLst>
            <pc:docMk/>
            <pc:sldMk cId="344061274" sldId="261"/>
            <ac:spMk id="3" creationId="{D025998F-AAE6-A976-35CA-B1985B79F724}"/>
          </ac:spMkLst>
        </pc:spChg>
      </pc:sldChg>
      <pc:sldChg chg="modSp add mod">
        <pc:chgData name="Yi Ren" userId="83e6301c-a790-4584-8f5d-46220ecd4860" providerId="ADAL" clId="{12546105-D2ED-DD45-9473-F89B7964EE96}" dt="2026-01-20T20:02:13.343" v="246" actId="207"/>
        <pc:sldMkLst>
          <pc:docMk/>
          <pc:sldMk cId="887623890" sldId="262"/>
        </pc:sldMkLst>
        <pc:spChg chg="mod">
          <ac:chgData name="Yi Ren" userId="83e6301c-a790-4584-8f5d-46220ecd4860" providerId="ADAL" clId="{12546105-D2ED-DD45-9473-F89B7964EE96}" dt="2026-01-20T20:02:13.343" v="246" actId="207"/>
          <ac:spMkLst>
            <pc:docMk/>
            <pc:sldMk cId="887623890" sldId="262"/>
            <ac:spMk id="2" creationId="{5A2E8638-E67B-B660-172C-28AA12315A67}"/>
          </ac:spMkLst>
        </pc:spChg>
        <pc:spChg chg="mod">
          <ac:chgData name="Yi Ren" userId="83e6301c-a790-4584-8f5d-46220ecd4860" providerId="ADAL" clId="{12546105-D2ED-DD45-9473-F89B7964EE96}" dt="2026-01-20T19:57:45.613" v="24"/>
          <ac:spMkLst>
            <pc:docMk/>
            <pc:sldMk cId="887623890" sldId="262"/>
            <ac:spMk id="3" creationId="{73FD7F20-71DF-37E3-907D-2AEAAC135031}"/>
          </ac:spMkLst>
        </pc:spChg>
      </pc:sldChg>
      <pc:sldChg chg="modSp add mod">
        <pc:chgData name="Yi Ren" userId="83e6301c-a790-4584-8f5d-46220ecd4860" providerId="ADAL" clId="{12546105-D2ED-DD45-9473-F89B7964EE96}" dt="2026-01-20T20:02:16.443" v="247" actId="207"/>
        <pc:sldMkLst>
          <pc:docMk/>
          <pc:sldMk cId="1492591132" sldId="263"/>
        </pc:sldMkLst>
        <pc:spChg chg="mod">
          <ac:chgData name="Yi Ren" userId="83e6301c-a790-4584-8f5d-46220ecd4860" providerId="ADAL" clId="{12546105-D2ED-DD45-9473-F89B7964EE96}" dt="2026-01-20T20:02:16.443" v="247" actId="207"/>
          <ac:spMkLst>
            <pc:docMk/>
            <pc:sldMk cId="1492591132" sldId="263"/>
            <ac:spMk id="2" creationId="{2070BC49-7182-E3E8-743E-E031244D6BB3}"/>
          </ac:spMkLst>
        </pc:spChg>
        <pc:spChg chg="mod">
          <ac:chgData name="Yi Ren" userId="83e6301c-a790-4584-8f5d-46220ecd4860" providerId="ADAL" clId="{12546105-D2ED-DD45-9473-F89B7964EE96}" dt="2026-01-20T19:58:54.933" v="28"/>
          <ac:spMkLst>
            <pc:docMk/>
            <pc:sldMk cId="1492591132" sldId="263"/>
            <ac:spMk id="3" creationId="{EBB2A229-D841-9770-B09E-A43C843615FE}"/>
          </ac:spMkLst>
        </pc:spChg>
      </pc:sldChg>
      <pc:sldChg chg="modSp add mod">
        <pc:chgData name="Yi Ren" userId="83e6301c-a790-4584-8f5d-46220ecd4860" providerId="ADAL" clId="{12546105-D2ED-DD45-9473-F89B7964EE96}" dt="2026-01-20T20:02:18.960" v="248" actId="207"/>
        <pc:sldMkLst>
          <pc:docMk/>
          <pc:sldMk cId="311749808" sldId="264"/>
        </pc:sldMkLst>
        <pc:spChg chg="mod">
          <ac:chgData name="Yi Ren" userId="83e6301c-a790-4584-8f5d-46220ecd4860" providerId="ADAL" clId="{12546105-D2ED-DD45-9473-F89B7964EE96}" dt="2026-01-20T20:02:18.960" v="248" actId="207"/>
          <ac:spMkLst>
            <pc:docMk/>
            <pc:sldMk cId="311749808" sldId="264"/>
            <ac:spMk id="2" creationId="{872CCC0C-5410-D7A2-07D8-085DFEB50CF4}"/>
          </ac:spMkLst>
        </pc:spChg>
        <pc:spChg chg="mod">
          <ac:chgData name="Yi Ren" userId="83e6301c-a790-4584-8f5d-46220ecd4860" providerId="ADAL" clId="{12546105-D2ED-DD45-9473-F89B7964EE96}" dt="2026-01-20T19:59:11.313" v="31"/>
          <ac:spMkLst>
            <pc:docMk/>
            <pc:sldMk cId="311749808" sldId="264"/>
            <ac:spMk id="3" creationId="{5BE53E2A-97E6-5958-A50B-B8DF62DB9A39}"/>
          </ac:spMkLst>
        </pc:spChg>
      </pc:sldChg>
      <pc:sldChg chg="modSp add mod">
        <pc:chgData name="Yi Ren" userId="83e6301c-a790-4584-8f5d-46220ecd4860" providerId="ADAL" clId="{12546105-D2ED-DD45-9473-F89B7964EE96}" dt="2026-01-20T20:02:22.126" v="249" actId="207"/>
        <pc:sldMkLst>
          <pc:docMk/>
          <pc:sldMk cId="1015941219" sldId="265"/>
        </pc:sldMkLst>
        <pc:spChg chg="mod">
          <ac:chgData name="Yi Ren" userId="83e6301c-a790-4584-8f5d-46220ecd4860" providerId="ADAL" clId="{12546105-D2ED-DD45-9473-F89B7964EE96}" dt="2026-01-20T20:02:22.126" v="249" actId="207"/>
          <ac:spMkLst>
            <pc:docMk/>
            <pc:sldMk cId="1015941219" sldId="265"/>
            <ac:spMk id="2" creationId="{D78A0AEF-6543-4920-1E9F-A56F3DE6BC8E}"/>
          </ac:spMkLst>
        </pc:spChg>
        <pc:spChg chg="mod">
          <ac:chgData name="Yi Ren" userId="83e6301c-a790-4584-8f5d-46220ecd4860" providerId="ADAL" clId="{12546105-D2ED-DD45-9473-F89B7964EE96}" dt="2026-01-20T19:59:37.452" v="34" actId="20577"/>
          <ac:spMkLst>
            <pc:docMk/>
            <pc:sldMk cId="1015941219" sldId="265"/>
            <ac:spMk id="3" creationId="{10C40DCE-1423-FFDF-A34E-28FE3079571E}"/>
          </ac:spMkLst>
        </pc:spChg>
      </pc:sldChg>
      <pc:sldChg chg="modSp add mod">
        <pc:chgData name="Yi Ren" userId="83e6301c-a790-4584-8f5d-46220ecd4860" providerId="ADAL" clId="{12546105-D2ED-DD45-9473-F89B7964EE96}" dt="2026-01-20T20:00:22.201" v="63" actId="20577"/>
        <pc:sldMkLst>
          <pc:docMk/>
          <pc:sldMk cId="2862292112" sldId="266"/>
        </pc:sldMkLst>
        <pc:spChg chg="mod">
          <ac:chgData name="Yi Ren" userId="83e6301c-a790-4584-8f5d-46220ecd4860" providerId="ADAL" clId="{12546105-D2ED-DD45-9473-F89B7964EE96}" dt="2026-01-20T20:00:22.201" v="63" actId="20577"/>
          <ac:spMkLst>
            <pc:docMk/>
            <pc:sldMk cId="2862292112" sldId="266"/>
            <ac:spMk id="4" creationId="{CFFF7E57-9E59-8151-EA3B-4EDD6FC84668}"/>
          </ac:spMkLst>
        </pc:spChg>
      </pc:sldChg>
      <pc:sldChg chg="modSp add mod">
        <pc:chgData name="Yi Ren" userId="83e6301c-a790-4584-8f5d-46220ecd4860" providerId="ADAL" clId="{12546105-D2ED-DD45-9473-F89B7964EE96}" dt="2026-01-20T20:01:51.207" v="240" actId="207"/>
        <pc:sldMkLst>
          <pc:docMk/>
          <pc:sldMk cId="1482884352" sldId="267"/>
        </pc:sldMkLst>
        <pc:spChg chg="mod">
          <ac:chgData name="Yi Ren" userId="83e6301c-a790-4584-8f5d-46220ecd4860" providerId="ADAL" clId="{12546105-D2ED-DD45-9473-F89B7964EE96}" dt="2026-01-20T20:01:51.207" v="240" actId="207"/>
          <ac:spMkLst>
            <pc:docMk/>
            <pc:sldMk cId="1482884352" sldId="267"/>
            <ac:spMk id="2" creationId="{4BE92AEA-EDA1-9CDB-029F-D682CF674092}"/>
          </ac:spMkLst>
        </pc:spChg>
        <pc:spChg chg="mod">
          <ac:chgData name="Yi Ren" userId="83e6301c-a790-4584-8f5d-46220ecd4860" providerId="ADAL" clId="{12546105-D2ED-DD45-9473-F89B7964EE96}" dt="2026-01-20T20:01:36.048" v="239" actId="20577"/>
          <ac:spMkLst>
            <pc:docMk/>
            <pc:sldMk cId="1482884352" sldId="267"/>
            <ac:spMk id="3" creationId="{458F8DC2-CDA0-9FE1-74CA-72968449DAF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8A571-C3A6-FFC4-CFFE-1BA507F000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4A68CC-1A61-DD2A-69CC-4437625D49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6A379F-2A63-E93B-A182-C77A57C13BF9}"/>
              </a:ext>
            </a:extLst>
          </p:cNvPr>
          <p:cNvSpPr>
            <a:spLocks noGrp="1"/>
          </p:cNvSpPr>
          <p:nvPr>
            <p:ph type="dt" sz="half" idx="10"/>
          </p:nvPr>
        </p:nvSpPr>
        <p:spPr/>
        <p:txBody>
          <a:bodyPr/>
          <a:lstStyle/>
          <a:p>
            <a:fld id="{E1CA14B7-2449-2F47-B795-50ED0DCC9DBB}" type="datetimeFigureOut">
              <a:rPr lang="en-US" smtClean="0"/>
              <a:t>1/20/26</a:t>
            </a:fld>
            <a:endParaRPr lang="en-US"/>
          </a:p>
        </p:txBody>
      </p:sp>
      <p:sp>
        <p:nvSpPr>
          <p:cNvPr id="5" name="Footer Placeholder 4">
            <a:extLst>
              <a:ext uri="{FF2B5EF4-FFF2-40B4-BE49-F238E27FC236}">
                <a16:creationId xmlns:a16="http://schemas.microsoft.com/office/drawing/2014/main" id="{479B848F-6F83-4718-F963-F5D8AABEE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0EC527-0D24-46B6-241A-CE7097481A0A}"/>
              </a:ext>
            </a:extLst>
          </p:cNvPr>
          <p:cNvSpPr>
            <a:spLocks noGrp="1"/>
          </p:cNvSpPr>
          <p:nvPr>
            <p:ph type="sldNum" sz="quarter" idx="12"/>
          </p:nvPr>
        </p:nvSpPr>
        <p:spPr/>
        <p:txBody>
          <a:bodyPr/>
          <a:lstStyle/>
          <a:p>
            <a:fld id="{F9A2E5EC-7DA0-704B-82FF-550E53417FAB}" type="slidenum">
              <a:rPr lang="en-US" smtClean="0"/>
              <a:t>‹#›</a:t>
            </a:fld>
            <a:endParaRPr lang="en-US"/>
          </a:p>
        </p:txBody>
      </p:sp>
    </p:spTree>
    <p:extLst>
      <p:ext uri="{BB962C8B-B14F-4D97-AF65-F5344CB8AC3E}">
        <p14:creationId xmlns:p14="http://schemas.microsoft.com/office/powerpoint/2010/main" val="1889697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1AE75-CE60-B9AC-725D-5814E5D1E9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3ACC9D-C7E6-7769-EB3D-9DF5489788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24AD5-AC1C-1608-49C8-D0FB0B2C58E6}"/>
              </a:ext>
            </a:extLst>
          </p:cNvPr>
          <p:cNvSpPr>
            <a:spLocks noGrp="1"/>
          </p:cNvSpPr>
          <p:nvPr>
            <p:ph type="dt" sz="half" idx="10"/>
          </p:nvPr>
        </p:nvSpPr>
        <p:spPr/>
        <p:txBody>
          <a:bodyPr/>
          <a:lstStyle/>
          <a:p>
            <a:fld id="{E1CA14B7-2449-2F47-B795-50ED0DCC9DBB}" type="datetimeFigureOut">
              <a:rPr lang="en-US" smtClean="0"/>
              <a:t>1/20/26</a:t>
            </a:fld>
            <a:endParaRPr lang="en-US"/>
          </a:p>
        </p:txBody>
      </p:sp>
      <p:sp>
        <p:nvSpPr>
          <p:cNvPr id="5" name="Footer Placeholder 4">
            <a:extLst>
              <a:ext uri="{FF2B5EF4-FFF2-40B4-BE49-F238E27FC236}">
                <a16:creationId xmlns:a16="http://schemas.microsoft.com/office/drawing/2014/main" id="{AB550E4C-F06E-86C6-A371-27B53AFCBE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4B42FB-8BFB-ABD5-3AA6-756E3F7836BE}"/>
              </a:ext>
            </a:extLst>
          </p:cNvPr>
          <p:cNvSpPr>
            <a:spLocks noGrp="1"/>
          </p:cNvSpPr>
          <p:nvPr>
            <p:ph type="sldNum" sz="quarter" idx="12"/>
          </p:nvPr>
        </p:nvSpPr>
        <p:spPr/>
        <p:txBody>
          <a:bodyPr/>
          <a:lstStyle/>
          <a:p>
            <a:fld id="{F9A2E5EC-7DA0-704B-82FF-550E53417FAB}" type="slidenum">
              <a:rPr lang="en-US" smtClean="0"/>
              <a:t>‹#›</a:t>
            </a:fld>
            <a:endParaRPr lang="en-US"/>
          </a:p>
        </p:txBody>
      </p:sp>
    </p:spTree>
    <p:extLst>
      <p:ext uri="{BB962C8B-B14F-4D97-AF65-F5344CB8AC3E}">
        <p14:creationId xmlns:p14="http://schemas.microsoft.com/office/powerpoint/2010/main" val="2538282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1894D-74BB-CB6D-AC7E-100C73D5F3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EFC169-65DE-659F-E7A2-E4562794B1D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662CA9-B9F6-C151-0E7F-2F7582AC4BB4}"/>
              </a:ext>
            </a:extLst>
          </p:cNvPr>
          <p:cNvSpPr>
            <a:spLocks noGrp="1"/>
          </p:cNvSpPr>
          <p:nvPr>
            <p:ph type="dt" sz="half" idx="10"/>
          </p:nvPr>
        </p:nvSpPr>
        <p:spPr/>
        <p:txBody>
          <a:bodyPr/>
          <a:lstStyle/>
          <a:p>
            <a:fld id="{E1CA14B7-2449-2F47-B795-50ED0DCC9DBB}" type="datetimeFigureOut">
              <a:rPr lang="en-US" smtClean="0"/>
              <a:t>1/20/26</a:t>
            </a:fld>
            <a:endParaRPr lang="en-US"/>
          </a:p>
        </p:txBody>
      </p:sp>
      <p:sp>
        <p:nvSpPr>
          <p:cNvPr id="5" name="Footer Placeholder 4">
            <a:extLst>
              <a:ext uri="{FF2B5EF4-FFF2-40B4-BE49-F238E27FC236}">
                <a16:creationId xmlns:a16="http://schemas.microsoft.com/office/drawing/2014/main" id="{4F76A863-8602-5DA7-AA5D-A73E90FBCF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732D94-ECB7-9B2B-164A-A143CE7DCAE4}"/>
              </a:ext>
            </a:extLst>
          </p:cNvPr>
          <p:cNvSpPr>
            <a:spLocks noGrp="1"/>
          </p:cNvSpPr>
          <p:nvPr>
            <p:ph type="sldNum" sz="quarter" idx="12"/>
          </p:nvPr>
        </p:nvSpPr>
        <p:spPr/>
        <p:txBody>
          <a:bodyPr/>
          <a:lstStyle/>
          <a:p>
            <a:fld id="{F9A2E5EC-7DA0-704B-82FF-550E53417FAB}" type="slidenum">
              <a:rPr lang="en-US" smtClean="0"/>
              <a:t>‹#›</a:t>
            </a:fld>
            <a:endParaRPr lang="en-US"/>
          </a:p>
        </p:txBody>
      </p:sp>
    </p:spTree>
    <p:extLst>
      <p:ext uri="{BB962C8B-B14F-4D97-AF65-F5344CB8AC3E}">
        <p14:creationId xmlns:p14="http://schemas.microsoft.com/office/powerpoint/2010/main" val="4034259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B7125-AF43-EFC2-D3EC-BD63A62627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561807-9F43-0B02-B2DE-CA1C198191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E29CEA-211B-4A4D-CA01-03BC83811B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FFFF75-2C8D-4AFD-A133-D1B909F82B3F}"/>
              </a:ext>
            </a:extLst>
          </p:cNvPr>
          <p:cNvSpPr>
            <a:spLocks noGrp="1"/>
          </p:cNvSpPr>
          <p:nvPr>
            <p:ph type="dt" sz="half" idx="10"/>
          </p:nvPr>
        </p:nvSpPr>
        <p:spPr/>
        <p:txBody>
          <a:bodyPr/>
          <a:lstStyle/>
          <a:p>
            <a:fld id="{E1CA14B7-2449-2F47-B795-50ED0DCC9DBB}" type="datetimeFigureOut">
              <a:rPr lang="en-US" smtClean="0"/>
              <a:t>1/20/26</a:t>
            </a:fld>
            <a:endParaRPr lang="en-US"/>
          </a:p>
        </p:txBody>
      </p:sp>
      <p:sp>
        <p:nvSpPr>
          <p:cNvPr id="6" name="Footer Placeholder 5">
            <a:extLst>
              <a:ext uri="{FF2B5EF4-FFF2-40B4-BE49-F238E27FC236}">
                <a16:creationId xmlns:a16="http://schemas.microsoft.com/office/drawing/2014/main" id="{108476BD-0A8F-D4CA-5524-2FAE46BFF3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4EE112-FA07-9AE7-F7A6-638C6C36A066}"/>
              </a:ext>
            </a:extLst>
          </p:cNvPr>
          <p:cNvSpPr>
            <a:spLocks noGrp="1"/>
          </p:cNvSpPr>
          <p:nvPr>
            <p:ph type="sldNum" sz="quarter" idx="12"/>
          </p:nvPr>
        </p:nvSpPr>
        <p:spPr/>
        <p:txBody>
          <a:bodyPr/>
          <a:lstStyle/>
          <a:p>
            <a:fld id="{F9A2E5EC-7DA0-704B-82FF-550E53417FAB}" type="slidenum">
              <a:rPr lang="en-US" smtClean="0"/>
              <a:t>‹#›</a:t>
            </a:fld>
            <a:endParaRPr lang="en-US"/>
          </a:p>
        </p:txBody>
      </p:sp>
    </p:spTree>
    <p:extLst>
      <p:ext uri="{BB962C8B-B14F-4D97-AF65-F5344CB8AC3E}">
        <p14:creationId xmlns:p14="http://schemas.microsoft.com/office/powerpoint/2010/main" val="3935667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8213B-4376-2449-980D-ED69DC1B63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1D6B32-3483-F47B-0C4F-6BAD2997F5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398911-1303-EFCC-04EF-6186C40199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27537A-F980-8963-CEF4-6B47735F97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A043F4-93B5-87C5-ADD4-E604A54CD8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3F5399-5E8D-D35F-BE00-21A0C03227FF}"/>
              </a:ext>
            </a:extLst>
          </p:cNvPr>
          <p:cNvSpPr>
            <a:spLocks noGrp="1"/>
          </p:cNvSpPr>
          <p:nvPr>
            <p:ph type="dt" sz="half" idx="10"/>
          </p:nvPr>
        </p:nvSpPr>
        <p:spPr/>
        <p:txBody>
          <a:bodyPr/>
          <a:lstStyle/>
          <a:p>
            <a:fld id="{E1CA14B7-2449-2F47-B795-50ED0DCC9DBB}" type="datetimeFigureOut">
              <a:rPr lang="en-US" smtClean="0"/>
              <a:t>1/20/26</a:t>
            </a:fld>
            <a:endParaRPr lang="en-US"/>
          </a:p>
        </p:txBody>
      </p:sp>
      <p:sp>
        <p:nvSpPr>
          <p:cNvPr id="8" name="Footer Placeholder 7">
            <a:extLst>
              <a:ext uri="{FF2B5EF4-FFF2-40B4-BE49-F238E27FC236}">
                <a16:creationId xmlns:a16="http://schemas.microsoft.com/office/drawing/2014/main" id="{6F4000D4-819F-A9BC-7028-5AAADF2DB30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A06272-840E-96B6-7A53-7D1E8BAC56B6}"/>
              </a:ext>
            </a:extLst>
          </p:cNvPr>
          <p:cNvSpPr>
            <a:spLocks noGrp="1"/>
          </p:cNvSpPr>
          <p:nvPr>
            <p:ph type="sldNum" sz="quarter" idx="12"/>
          </p:nvPr>
        </p:nvSpPr>
        <p:spPr/>
        <p:txBody>
          <a:bodyPr/>
          <a:lstStyle/>
          <a:p>
            <a:fld id="{F9A2E5EC-7DA0-704B-82FF-550E53417FAB}" type="slidenum">
              <a:rPr lang="en-US" smtClean="0"/>
              <a:t>‹#›</a:t>
            </a:fld>
            <a:endParaRPr lang="en-US"/>
          </a:p>
        </p:txBody>
      </p:sp>
    </p:spTree>
    <p:extLst>
      <p:ext uri="{BB962C8B-B14F-4D97-AF65-F5344CB8AC3E}">
        <p14:creationId xmlns:p14="http://schemas.microsoft.com/office/powerpoint/2010/main" val="4236837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D7E92-DD79-E38D-E27F-2D3C997D5F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73919E-C083-DF53-F07B-7DB4363D7F26}"/>
              </a:ext>
            </a:extLst>
          </p:cNvPr>
          <p:cNvSpPr>
            <a:spLocks noGrp="1"/>
          </p:cNvSpPr>
          <p:nvPr>
            <p:ph type="dt" sz="half" idx="10"/>
          </p:nvPr>
        </p:nvSpPr>
        <p:spPr/>
        <p:txBody>
          <a:bodyPr/>
          <a:lstStyle/>
          <a:p>
            <a:fld id="{E1CA14B7-2449-2F47-B795-50ED0DCC9DBB}" type="datetimeFigureOut">
              <a:rPr lang="en-US" smtClean="0"/>
              <a:t>1/20/26</a:t>
            </a:fld>
            <a:endParaRPr lang="en-US"/>
          </a:p>
        </p:txBody>
      </p:sp>
      <p:sp>
        <p:nvSpPr>
          <p:cNvPr id="4" name="Footer Placeholder 3">
            <a:extLst>
              <a:ext uri="{FF2B5EF4-FFF2-40B4-BE49-F238E27FC236}">
                <a16:creationId xmlns:a16="http://schemas.microsoft.com/office/drawing/2014/main" id="{1D862F71-825E-802B-2757-D656EA9282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DD2325-32E9-2872-0AF0-7188F73F6F2F}"/>
              </a:ext>
            </a:extLst>
          </p:cNvPr>
          <p:cNvSpPr>
            <a:spLocks noGrp="1"/>
          </p:cNvSpPr>
          <p:nvPr>
            <p:ph type="sldNum" sz="quarter" idx="12"/>
          </p:nvPr>
        </p:nvSpPr>
        <p:spPr/>
        <p:txBody>
          <a:bodyPr/>
          <a:lstStyle/>
          <a:p>
            <a:fld id="{F9A2E5EC-7DA0-704B-82FF-550E53417FAB}" type="slidenum">
              <a:rPr lang="en-US" smtClean="0"/>
              <a:t>‹#›</a:t>
            </a:fld>
            <a:endParaRPr lang="en-US"/>
          </a:p>
        </p:txBody>
      </p:sp>
    </p:spTree>
    <p:extLst>
      <p:ext uri="{BB962C8B-B14F-4D97-AF65-F5344CB8AC3E}">
        <p14:creationId xmlns:p14="http://schemas.microsoft.com/office/powerpoint/2010/main" val="1522022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D57C1B-B713-9C95-3DBB-3CC4FC5558AA}"/>
              </a:ext>
            </a:extLst>
          </p:cNvPr>
          <p:cNvSpPr>
            <a:spLocks noGrp="1"/>
          </p:cNvSpPr>
          <p:nvPr>
            <p:ph type="dt" sz="half" idx="10"/>
          </p:nvPr>
        </p:nvSpPr>
        <p:spPr/>
        <p:txBody>
          <a:bodyPr/>
          <a:lstStyle/>
          <a:p>
            <a:fld id="{E1CA14B7-2449-2F47-B795-50ED0DCC9DBB}" type="datetimeFigureOut">
              <a:rPr lang="en-US" smtClean="0"/>
              <a:t>1/20/26</a:t>
            </a:fld>
            <a:endParaRPr lang="en-US"/>
          </a:p>
        </p:txBody>
      </p:sp>
      <p:sp>
        <p:nvSpPr>
          <p:cNvPr id="3" name="Footer Placeholder 2">
            <a:extLst>
              <a:ext uri="{FF2B5EF4-FFF2-40B4-BE49-F238E27FC236}">
                <a16:creationId xmlns:a16="http://schemas.microsoft.com/office/drawing/2014/main" id="{263D2301-7FDA-6669-9D98-5F413E1309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C37172-CC7B-55CD-ED01-08AD1A91F89E}"/>
              </a:ext>
            </a:extLst>
          </p:cNvPr>
          <p:cNvSpPr>
            <a:spLocks noGrp="1"/>
          </p:cNvSpPr>
          <p:nvPr>
            <p:ph type="sldNum" sz="quarter" idx="12"/>
          </p:nvPr>
        </p:nvSpPr>
        <p:spPr/>
        <p:txBody>
          <a:bodyPr/>
          <a:lstStyle/>
          <a:p>
            <a:fld id="{F9A2E5EC-7DA0-704B-82FF-550E53417FAB}" type="slidenum">
              <a:rPr lang="en-US" smtClean="0"/>
              <a:t>‹#›</a:t>
            </a:fld>
            <a:endParaRPr lang="en-US"/>
          </a:p>
        </p:txBody>
      </p:sp>
    </p:spTree>
    <p:extLst>
      <p:ext uri="{BB962C8B-B14F-4D97-AF65-F5344CB8AC3E}">
        <p14:creationId xmlns:p14="http://schemas.microsoft.com/office/powerpoint/2010/main" val="3403891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01CD4-3F15-2B99-C017-02C79B69B8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9A7935-5E75-9C11-BE6D-41D12CF62A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74A3D8-320F-8510-E756-3663A6AFAE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8A3B8C-D9FA-CCFD-6D50-EE1749050287}"/>
              </a:ext>
            </a:extLst>
          </p:cNvPr>
          <p:cNvSpPr>
            <a:spLocks noGrp="1"/>
          </p:cNvSpPr>
          <p:nvPr>
            <p:ph type="dt" sz="half" idx="10"/>
          </p:nvPr>
        </p:nvSpPr>
        <p:spPr/>
        <p:txBody>
          <a:bodyPr/>
          <a:lstStyle/>
          <a:p>
            <a:fld id="{E1CA14B7-2449-2F47-B795-50ED0DCC9DBB}" type="datetimeFigureOut">
              <a:rPr lang="en-US" smtClean="0"/>
              <a:t>1/20/26</a:t>
            </a:fld>
            <a:endParaRPr lang="en-US"/>
          </a:p>
        </p:txBody>
      </p:sp>
      <p:sp>
        <p:nvSpPr>
          <p:cNvPr id="6" name="Footer Placeholder 5">
            <a:extLst>
              <a:ext uri="{FF2B5EF4-FFF2-40B4-BE49-F238E27FC236}">
                <a16:creationId xmlns:a16="http://schemas.microsoft.com/office/drawing/2014/main" id="{F3A4570A-DC9F-40E5-CF05-526BECBF55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BC99ED-CCB0-DAFB-4779-1751CC5A19B1}"/>
              </a:ext>
            </a:extLst>
          </p:cNvPr>
          <p:cNvSpPr>
            <a:spLocks noGrp="1"/>
          </p:cNvSpPr>
          <p:nvPr>
            <p:ph type="sldNum" sz="quarter" idx="12"/>
          </p:nvPr>
        </p:nvSpPr>
        <p:spPr/>
        <p:txBody>
          <a:bodyPr/>
          <a:lstStyle/>
          <a:p>
            <a:fld id="{F9A2E5EC-7DA0-704B-82FF-550E53417FAB}" type="slidenum">
              <a:rPr lang="en-US" smtClean="0"/>
              <a:t>‹#›</a:t>
            </a:fld>
            <a:endParaRPr lang="en-US"/>
          </a:p>
        </p:txBody>
      </p:sp>
    </p:spTree>
    <p:extLst>
      <p:ext uri="{BB962C8B-B14F-4D97-AF65-F5344CB8AC3E}">
        <p14:creationId xmlns:p14="http://schemas.microsoft.com/office/powerpoint/2010/main" val="882077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00EE5-CA2E-710C-5E11-0D288B50ED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C54CF0-C1C9-CBA4-3BDC-93BF717879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D808A1-2BF8-468A-30B7-3A684A31C0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FA7FA6-77A2-129F-F48D-D301A2EFBA54}"/>
              </a:ext>
            </a:extLst>
          </p:cNvPr>
          <p:cNvSpPr>
            <a:spLocks noGrp="1"/>
          </p:cNvSpPr>
          <p:nvPr>
            <p:ph type="dt" sz="half" idx="10"/>
          </p:nvPr>
        </p:nvSpPr>
        <p:spPr/>
        <p:txBody>
          <a:bodyPr/>
          <a:lstStyle/>
          <a:p>
            <a:fld id="{E1CA14B7-2449-2F47-B795-50ED0DCC9DBB}" type="datetimeFigureOut">
              <a:rPr lang="en-US" smtClean="0"/>
              <a:t>1/20/26</a:t>
            </a:fld>
            <a:endParaRPr lang="en-US"/>
          </a:p>
        </p:txBody>
      </p:sp>
      <p:sp>
        <p:nvSpPr>
          <p:cNvPr id="6" name="Footer Placeholder 5">
            <a:extLst>
              <a:ext uri="{FF2B5EF4-FFF2-40B4-BE49-F238E27FC236}">
                <a16:creationId xmlns:a16="http://schemas.microsoft.com/office/drawing/2014/main" id="{346DFD70-D07E-6A39-0822-9099BFAA30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735AC0-26B8-3640-3383-F252F75E030F}"/>
              </a:ext>
            </a:extLst>
          </p:cNvPr>
          <p:cNvSpPr>
            <a:spLocks noGrp="1"/>
          </p:cNvSpPr>
          <p:nvPr>
            <p:ph type="sldNum" sz="quarter" idx="12"/>
          </p:nvPr>
        </p:nvSpPr>
        <p:spPr/>
        <p:txBody>
          <a:bodyPr/>
          <a:lstStyle/>
          <a:p>
            <a:fld id="{F9A2E5EC-7DA0-704B-82FF-550E53417FAB}" type="slidenum">
              <a:rPr lang="en-US" smtClean="0"/>
              <a:t>‹#›</a:t>
            </a:fld>
            <a:endParaRPr lang="en-US"/>
          </a:p>
        </p:txBody>
      </p:sp>
    </p:spTree>
    <p:extLst>
      <p:ext uri="{BB962C8B-B14F-4D97-AF65-F5344CB8AC3E}">
        <p14:creationId xmlns:p14="http://schemas.microsoft.com/office/powerpoint/2010/main" val="1011907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23FF0-3EBB-CEF2-0E09-AC0316EE18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ED6FEB-CB08-D114-5093-1501B6546A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AA727C-D6F0-68DE-6AB1-4DB0F105EDCE}"/>
              </a:ext>
            </a:extLst>
          </p:cNvPr>
          <p:cNvSpPr>
            <a:spLocks noGrp="1"/>
          </p:cNvSpPr>
          <p:nvPr>
            <p:ph type="dt" sz="half" idx="10"/>
          </p:nvPr>
        </p:nvSpPr>
        <p:spPr/>
        <p:txBody>
          <a:bodyPr/>
          <a:lstStyle/>
          <a:p>
            <a:fld id="{E1CA14B7-2449-2F47-B795-50ED0DCC9DBB}" type="datetimeFigureOut">
              <a:rPr lang="en-US" smtClean="0"/>
              <a:t>1/20/26</a:t>
            </a:fld>
            <a:endParaRPr lang="en-US"/>
          </a:p>
        </p:txBody>
      </p:sp>
      <p:sp>
        <p:nvSpPr>
          <p:cNvPr id="5" name="Footer Placeholder 4">
            <a:extLst>
              <a:ext uri="{FF2B5EF4-FFF2-40B4-BE49-F238E27FC236}">
                <a16:creationId xmlns:a16="http://schemas.microsoft.com/office/drawing/2014/main" id="{2452E2A6-24C1-1E3C-611C-66A50BECAF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FD5DB6-D686-C240-DE1C-4D5EE0B9057B}"/>
              </a:ext>
            </a:extLst>
          </p:cNvPr>
          <p:cNvSpPr>
            <a:spLocks noGrp="1"/>
          </p:cNvSpPr>
          <p:nvPr>
            <p:ph type="sldNum" sz="quarter" idx="12"/>
          </p:nvPr>
        </p:nvSpPr>
        <p:spPr/>
        <p:txBody>
          <a:bodyPr/>
          <a:lstStyle/>
          <a:p>
            <a:fld id="{F9A2E5EC-7DA0-704B-82FF-550E53417FAB}" type="slidenum">
              <a:rPr lang="en-US" smtClean="0"/>
              <a:t>‹#›</a:t>
            </a:fld>
            <a:endParaRPr lang="en-US"/>
          </a:p>
        </p:txBody>
      </p:sp>
    </p:spTree>
    <p:extLst>
      <p:ext uri="{BB962C8B-B14F-4D97-AF65-F5344CB8AC3E}">
        <p14:creationId xmlns:p14="http://schemas.microsoft.com/office/powerpoint/2010/main" val="1917104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C6276A-6F60-6B0A-5516-267D4E2B84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BD5112-6B2C-E7EE-3A6B-81C09DE096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CF81AE-F92F-3349-5943-0E2F2E210C40}"/>
              </a:ext>
            </a:extLst>
          </p:cNvPr>
          <p:cNvSpPr>
            <a:spLocks noGrp="1"/>
          </p:cNvSpPr>
          <p:nvPr>
            <p:ph type="dt" sz="half" idx="10"/>
          </p:nvPr>
        </p:nvSpPr>
        <p:spPr/>
        <p:txBody>
          <a:bodyPr/>
          <a:lstStyle/>
          <a:p>
            <a:fld id="{E1CA14B7-2449-2F47-B795-50ED0DCC9DBB}" type="datetimeFigureOut">
              <a:rPr lang="en-US" smtClean="0"/>
              <a:t>1/20/26</a:t>
            </a:fld>
            <a:endParaRPr lang="en-US"/>
          </a:p>
        </p:txBody>
      </p:sp>
      <p:sp>
        <p:nvSpPr>
          <p:cNvPr id="5" name="Footer Placeholder 4">
            <a:extLst>
              <a:ext uri="{FF2B5EF4-FFF2-40B4-BE49-F238E27FC236}">
                <a16:creationId xmlns:a16="http://schemas.microsoft.com/office/drawing/2014/main" id="{37436B0B-32F3-512D-8C50-C8D25FF8BB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B41BF3-EF54-E9B1-2894-BE61F0C089A7}"/>
              </a:ext>
            </a:extLst>
          </p:cNvPr>
          <p:cNvSpPr>
            <a:spLocks noGrp="1"/>
          </p:cNvSpPr>
          <p:nvPr>
            <p:ph type="sldNum" sz="quarter" idx="12"/>
          </p:nvPr>
        </p:nvSpPr>
        <p:spPr/>
        <p:txBody>
          <a:bodyPr/>
          <a:lstStyle/>
          <a:p>
            <a:fld id="{F9A2E5EC-7DA0-704B-82FF-550E53417FAB}" type="slidenum">
              <a:rPr lang="en-US" smtClean="0"/>
              <a:t>‹#›</a:t>
            </a:fld>
            <a:endParaRPr lang="en-US"/>
          </a:p>
        </p:txBody>
      </p:sp>
    </p:spTree>
    <p:extLst>
      <p:ext uri="{BB962C8B-B14F-4D97-AF65-F5344CB8AC3E}">
        <p14:creationId xmlns:p14="http://schemas.microsoft.com/office/powerpoint/2010/main" val="1952614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CA2B54-9325-1498-0F19-3219FDF776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C02A70-8600-417F-3CB5-6B3350528A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F89CB0-99C7-02A8-72A9-9A68B0C53C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CA14B7-2449-2F47-B795-50ED0DCC9DBB}" type="datetimeFigureOut">
              <a:rPr lang="en-US" smtClean="0"/>
              <a:t>1/20/26</a:t>
            </a:fld>
            <a:endParaRPr lang="en-US"/>
          </a:p>
        </p:txBody>
      </p:sp>
      <p:sp>
        <p:nvSpPr>
          <p:cNvPr id="5" name="Footer Placeholder 4">
            <a:extLst>
              <a:ext uri="{FF2B5EF4-FFF2-40B4-BE49-F238E27FC236}">
                <a16:creationId xmlns:a16="http://schemas.microsoft.com/office/drawing/2014/main" id="{5F22BF47-7C09-3687-CB31-3715B89B79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43F5FBC-8960-D89B-C0E7-A9CF69D0F5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A2E5EC-7DA0-704B-82FF-550E53417FAB}" type="slidenum">
              <a:rPr lang="en-US" smtClean="0"/>
              <a:t>‹#›</a:t>
            </a:fld>
            <a:endParaRPr lang="en-US"/>
          </a:p>
        </p:txBody>
      </p:sp>
    </p:spTree>
    <p:extLst>
      <p:ext uri="{BB962C8B-B14F-4D97-AF65-F5344CB8AC3E}">
        <p14:creationId xmlns:p14="http://schemas.microsoft.com/office/powerpoint/2010/main" val="3853808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011C497-D4C6-C2EA-44EB-5C355DFA853A}"/>
              </a:ext>
            </a:extLst>
          </p:cNvPr>
          <p:cNvSpPr>
            <a:spLocks noGrp="1"/>
          </p:cNvSpPr>
          <p:nvPr>
            <p:ph type="subTitle" idx="1"/>
          </p:nvPr>
        </p:nvSpPr>
        <p:spPr>
          <a:xfrm>
            <a:off x="898967" y="3602038"/>
            <a:ext cx="9144000" cy="1655762"/>
          </a:xfrm>
        </p:spPr>
        <p:txBody>
          <a:bodyPr/>
          <a:lstStyle/>
          <a:p>
            <a:pPr algn="l"/>
            <a:r>
              <a:rPr lang="en-US" dirty="0"/>
              <a:t>MAE301 Applied Experimental Statistics</a:t>
            </a:r>
          </a:p>
          <a:p>
            <a:pPr algn="l"/>
            <a:r>
              <a:rPr lang="en-US" dirty="0"/>
              <a:t>“Max” Yi Ren</a:t>
            </a:r>
          </a:p>
          <a:p>
            <a:pPr algn="l"/>
            <a:r>
              <a:rPr lang="en-US" dirty="0"/>
              <a:t>ASU Spring 2026</a:t>
            </a:r>
          </a:p>
        </p:txBody>
      </p:sp>
      <p:sp>
        <p:nvSpPr>
          <p:cNvPr id="4" name="Title 1">
            <a:extLst>
              <a:ext uri="{FF2B5EF4-FFF2-40B4-BE49-F238E27FC236}">
                <a16:creationId xmlns:a16="http://schemas.microsoft.com/office/drawing/2014/main" id="{CFFF7E57-9E59-8151-EA3B-4EDD6FC84668}"/>
              </a:ext>
            </a:extLst>
          </p:cNvPr>
          <p:cNvSpPr txBox="1">
            <a:spLocks/>
          </p:cNvSpPr>
          <p:nvPr/>
        </p:nvSpPr>
        <p:spPr>
          <a:xfrm>
            <a:off x="846093" y="705245"/>
            <a:ext cx="9144000" cy="2387600"/>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solidFill>
                  <a:srgbClr val="0432FF"/>
                </a:solidFill>
              </a:rPr>
              <a:t>Problem solving 1</a:t>
            </a:r>
          </a:p>
        </p:txBody>
      </p:sp>
    </p:spTree>
    <p:extLst>
      <p:ext uri="{BB962C8B-B14F-4D97-AF65-F5344CB8AC3E}">
        <p14:creationId xmlns:p14="http://schemas.microsoft.com/office/powerpoint/2010/main" val="2862292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440C5-F9EC-CC1E-296D-65C59E1C75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92AEA-EDA1-9CDB-029F-D682CF674092}"/>
              </a:ext>
            </a:extLst>
          </p:cNvPr>
          <p:cNvSpPr>
            <a:spLocks noGrp="1"/>
          </p:cNvSpPr>
          <p:nvPr>
            <p:ph type="title"/>
          </p:nvPr>
        </p:nvSpPr>
        <p:spPr/>
        <p:txBody>
          <a:bodyPr/>
          <a:lstStyle/>
          <a:p>
            <a:r>
              <a:rPr lang="en-US" dirty="0">
                <a:solidFill>
                  <a:srgbClr val="0432FF"/>
                </a:solidFill>
              </a:rPr>
              <a:t>Keywords</a:t>
            </a:r>
          </a:p>
        </p:txBody>
      </p:sp>
      <p:sp>
        <p:nvSpPr>
          <p:cNvPr id="3" name="Content Placeholder 2">
            <a:extLst>
              <a:ext uri="{FF2B5EF4-FFF2-40B4-BE49-F238E27FC236}">
                <a16:creationId xmlns:a16="http://schemas.microsoft.com/office/drawing/2014/main" id="{458F8DC2-CDA0-9FE1-74CA-72968449DAFF}"/>
              </a:ext>
            </a:extLst>
          </p:cNvPr>
          <p:cNvSpPr>
            <a:spLocks noGrp="1"/>
          </p:cNvSpPr>
          <p:nvPr>
            <p:ph idx="1"/>
          </p:nvPr>
        </p:nvSpPr>
        <p:spPr>
          <a:xfrm>
            <a:off x="838199" y="1825624"/>
            <a:ext cx="11199471" cy="5032375"/>
          </a:xfrm>
        </p:spPr>
        <p:txBody>
          <a:bodyPr>
            <a:normAutofit/>
          </a:bodyPr>
          <a:lstStyle/>
          <a:p>
            <a:pPr marL="0" indent="0">
              <a:buNone/>
            </a:pPr>
            <a:r>
              <a:rPr lang="en-US" dirty="0"/>
              <a:t>Random variables</a:t>
            </a:r>
          </a:p>
          <a:p>
            <a:pPr marL="0" indent="0">
              <a:buNone/>
            </a:pPr>
            <a:r>
              <a:rPr lang="en-US" dirty="0"/>
              <a:t>PMF, PDF, CDF</a:t>
            </a:r>
          </a:p>
          <a:p>
            <a:pPr marL="0" indent="0">
              <a:buNone/>
            </a:pPr>
            <a:r>
              <a:rPr lang="en-US" dirty="0"/>
              <a:t>Permutation, combination</a:t>
            </a:r>
          </a:p>
          <a:p>
            <a:pPr marL="0" indent="0">
              <a:buNone/>
            </a:pPr>
            <a:r>
              <a:rPr lang="en-US" dirty="0"/>
              <a:t>Expectation, variance</a:t>
            </a:r>
          </a:p>
          <a:p>
            <a:pPr marL="0" indent="0">
              <a:buNone/>
            </a:pPr>
            <a:r>
              <a:rPr lang="en-US" dirty="0"/>
              <a:t>Joint, conditional, marginal probability/distribution</a:t>
            </a:r>
          </a:p>
          <a:p>
            <a:pPr marL="0" indent="0">
              <a:buNone/>
            </a:pPr>
            <a:r>
              <a:rPr lang="en-US" dirty="0"/>
              <a:t>Bayes’ rule</a:t>
            </a:r>
          </a:p>
          <a:p>
            <a:pPr marL="0" indent="0">
              <a:buNone/>
            </a:pPr>
            <a:endParaRPr lang="en-US" dirty="0"/>
          </a:p>
        </p:txBody>
      </p:sp>
    </p:spTree>
    <p:extLst>
      <p:ext uri="{BB962C8B-B14F-4D97-AF65-F5344CB8AC3E}">
        <p14:creationId xmlns:p14="http://schemas.microsoft.com/office/powerpoint/2010/main" val="1482884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064FB-DD36-08AD-DFE5-F310F51C2F16}"/>
              </a:ext>
            </a:extLst>
          </p:cNvPr>
          <p:cNvSpPr>
            <a:spLocks noGrp="1"/>
          </p:cNvSpPr>
          <p:nvPr>
            <p:ph type="title"/>
          </p:nvPr>
        </p:nvSpPr>
        <p:spPr/>
        <p:txBody>
          <a:bodyPr/>
          <a:lstStyle/>
          <a:p>
            <a:r>
              <a:rPr lang="en-US" dirty="0">
                <a:solidFill>
                  <a:srgbClr val="0432FF"/>
                </a:solidFill>
              </a:rPr>
              <a:t>Problem 1</a:t>
            </a:r>
          </a:p>
        </p:txBody>
      </p:sp>
      <p:sp>
        <p:nvSpPr>
          <p:cNvPr id="3" name="Content Placeholder 2">
            <a:extLst>
              <a:ext uri="{FF2B5EF4-FFF2-40B4-BE49-F238E27FC236}">
                <a16:creationId xmlns:a16="http://schemas.microsoft.com/office/drawing/2014/main" id="{1D150242-EE10-A254-5416-1AD3D683BEBF}"/>
              </a:ext>
            </a:extLst>
          </p:cNvPr>
          <p:cNvSpPr>
            <a:spLocks noGrp="1"/>
          </p:cNvSpPr>
          <p:nvPr>
            <p:ph idx="1"/>
          </p:nvPr>
        </p:nvSpPr>
        <p:spPr>
          <a:xfrm>
            <a:off x="838199" y="1825624"/>
            <a:ext cx="11199471" cy="5032375"/>
          </a:xfrm>
        </p:spPr>
        <p:txBody>
          <a:bodyPr>
            <a:normAutofit/>
          </a:bodyPr>
          <a:lstStyle/>
          <a:p>
            <a:pPr marL="0" indent="0">
              <a:buNone/>
            </a:pPr>
            <a:r>
              <a:rPr lang="en-US" b="1" dirty="0"/>
              <a:t>The Setup:</a:t>
            </a:r>
            <a:r>
              <a:rPr lang="en-US" dirty="0"/>
              <a:t> You are a contestant on a game show and are presented with three doors: Door 1, Door 2, and Door 3. Behind one door, there is a prize (e.g., a car). Behind the other two doors, there are "booby prizes" (e.g., goats). You choose one door (but do not open it).</a:t>
            </a:r>
          </a:p>
          <a:p>
            <a:pPr marL="0" indent="0">
              <a:buNone/>
            </a:pPr>
            <a:r>
              <a:rPr lang="en-US" dirty="0"/>
              <a:t>The host, who knows what is behind each door, opens one of the two remaining doors to reveal a goat (i.e., a door that does not have the prize).</a:t>
            </a:r>
          </a:p>
          <a:p>
            <a:pPr marL="0" indent="0">
              <a:buNone/>
            </a:pPr>
            <a:r>
              <a:rPr lang="en-US" dirty="0"/>
              <a:t>You are then given a choice: Stick with your original door, or switch to the other unopened door.</a:t>
            </a:r>
          </a:p>
          <a:p>
            <a:pPr marL="0" indent="0">
              <a:buNone/>
            </a:pPr>
            <a:r>
              <a:rPr lang="en-US" b="1" dirty="0"/>
              <a:t>The Question:</a:t>
            </a:r>
            <a:r>
              <a:rPr lang="en-US" dirty="0"/>
              <a:t> Should you stick or switch to maximize your chance of winning the prize? Or does it not matter?</a:t>
            </a:r>
          </a:p>
        </p:txBody>
      </p:sp>
    </p:spTree>
    <p:extLst>
      <p:ext uri="{BB962C8B-B14F-4D97-AF65-F5344CB8AC3E}">
        <p14:creationId xmlns:p14="http://schemas.microsoft.com/office/powerpoint/2010/main" val="727928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11FF6-CE16-0828-46C6-E940CE6E76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1E79EC-475E-8D2E-F8EF-8E24AF6B50BC}"/>
              </a:ext>
            </a:extLst>
          </p:cNvPr>
          <p:cNvSpPr>
            <a:spLocks noGrp="1"/>
          </p:cNvSpPr>
          <p:nvPr>
            <p:ph type="title"/>
          </p:nvPr>
        </p:nvSpPr>
        <p:spPr/>
        <p:txBody>
          <a:bodyPr/>
          <a:lstStyle/>
          <a:p>
            <a:r>
              <a:rPr lang="en-US" dirty="0">
                <a:solidFill>
                  <a:srgbClr val="0432FF"/>
                </a:solidFill>
              </a:rPr>
              <a:t>Problem 2</a:t>
            </a:r>
          </a:p>
        </p:txBody>
      </p:sp>
      <p:sp>
        <p:nvSpPr>
          <p:cNvPr id="3" name="Content Placeholder 2">
            <a:extLst>
              <a:ext uri="{FF2B5EF4-FFF2-40B4-BE49-F238E27FC236}">
                <a16:creationId xmlns:a16="http://schemas.microsoft.com/office/drawing/2014/main" id="{10BCAE75-2249-0929-68B9-27AC437ACC57}"/>
              </a:ext>
            </a:extLst>
          </p:cNvPr>
          <p:cNvSpPr>
            <a:spLocks noGrp="1"/>
          </p:cNvSpPr>
          <p:nvPr>
            <p:ph idx="1"/>
          </p:nvPr>
        </p:nvSpPr>
        <p:spPr>
          <a:xfrm>
            <a:off x="838199" y="1825624"/>
            <a:ext cx="11199471" cy="5032375"/>
          </a:xfrm>
        </p:spPr>
        <p:txBody>
          <a:bodyPr>
            <a:normAutofit/>
          </a:bodyPr>
          <a:lstStyle/>
          <a:p>
            <a:pPr marL="0" indent="0">
              <a:buNone/>
            </a:pPr>
            <a:r>
              <a:rPr lang="en-US" dirty="0"/>
              <a:t>You flip a fair coin 5 times. What is the probability of getting at least 3 heads?</a:t>
            </a:r>
          </a:p>
        </p:txBody>
      </p:sp>
    </p:spTree>
    <p:extLst>
      <p:ext uri="{BB962C8B-B14F-4D97-AF65-F5344CB8AC3E}">
        <p14:creationId xmlns:p14="http://schemas.microsoft.com/office/powerpoint/2010/main" val="3595327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57162-8D6A-225F-D4D6-2D6C339E7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F30CD-3D71-665D-D321-381AE2263C39}"/>
              </a:ext>
            </a:extLst>
          </p:cNvPr>
          <p:cNvSpPr>
            <a:spLocks noGrp="1"/>
          </p:cNvSpPr>
          <p:nvPr>
            <p:ph type="title"/>
          </p:nvPr>
        </p:nvSpPr>
        <p:spPr/>
        <p:txBody>
          <a:bodyPr/>
          <a:lstStyle/>
          <a:p>
            <a:r>
              <a:rPr lang="en-US" dirty="0">
                <a:solidFill>
                  <a:srgbClr val="0432FF"/>
                </a:solidFill>
              </a:rPr>
              <a:t>Problem 3</a:t>
            </a:r>
          </a:p>
        </p:txBody>
      </p:sp>
      <p:sp>
        <p:nvSpPr>
          <p:cNvPr id="3" name="Content Placeholder 2">
            <a:extLst>
              <a:ext uri="{FF2B5EF4-FFF2-40B4-BE49-F238E27FC236}">
                <a16:creationId xmlns:a16="http://schemas.microsoft.com/office/drawing/2014/main" id="{C77979CA-3287-8533-3296-2E03F5F5AEF0}"/>
              </a:ext>
            </a:extLst>
          </p:cNvPr>
          <p:cNvSpPr>
            <a:spLocks noGrp="1"/>
          </p:cNvSpPr>
          <p:nvPr>
            <p:ph idx="1"/>
          </p:nvPr>
        </p:nvSpPr>
        <p:spPr>
          <a:xfrm>
            <a:off x="838199" y="1825624"/>
            <a:ext cx="11199471" cy="5032375"/>
          </a:xfrm>
        </p:spPr>
        <p:txBody>
          <a:bodyPr>
            <a:normAutofit/>
          </a:bodyPr>
          <a:lstStyle/>
          <a:p>
            <a:pPr marL="0" indent="0">
              <a:buNone/>
            </a:pPr>
            <a:r>
              <a:rPr lang="en-US" dirty="0"/>
              <a:t>A family has two children. Given that at least one child is a girl, what is the probability that both children are girls? Assume equal probability of boy (B) and girl (G).</a:t>
            </a:r>
          </a:p>
        </p:txBody>
      </p:sp>
    </p:spTree>
    <p:extLst>
      <p:ext uri="{BB962C8B-B14F-4D97-AF65-F5344CB8AC3E}">
        <p14:creationId xmlns:p14="http://schemas.microsoft.com/office/powerpoint/2010/main" val="3672702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CFC1A-ADFF-9E7F-EB3E-5020E5C50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F59432-1304-3CCB-F248-824BF680F62F}"/>
              </a:ext>
            </a:extLst>
          </p:cNvPr>
          <p:cNvSpPr>
            <a:spLocks noGrp="1"/>
          </p:cNvSpPr>
          <p:nvPr>
            <p:ph type="title"/>
          </p:nvPr>
        </p:nvSpPr>
        <p:spPr/>
        <p:txBody>
          <a:bodyPr/>
          <a:lstStyle/>
          <a:p>
            <a:r>
              <a:rPr lang="en-US" dirty="0">
                <a:solidFill>
                  <a:srgbClr val="0432FF"/>
                </a:solidFill>
              </a:rPr>
              <a:t>Problem 4</a:t>
            </a:r>
          </a:p>
        </p:txBody>
      </p:sp>
      <p:sp>
        <p:nvSpPr>
          <p:cNvPr id="3" name="Content Placeholder 2">
            <a:extLst>
              <a:ext uri="{FF2B5EF4-FFF2-40B4-BE49-F238E27FC236}">
                <a16:creationId xmlns:a16="http://schemas.microsoft.com/office/drawing/2014/main" id="{A3859F2F-977F-978F-790F-3F98CF28D553}"/>
              </a:ext>
            </a:extLst>
          </p:cNvPr>
          <p:cNvSpPr>
            <a:spLocks noGrp="1"/>
          </p:cNvSpPr>
          <p:nvPr>
            <p:ph idx="1"/>
          </p:nvPr>
        </p:nvSpPr>
        <p:spPr>
          <a:xfrm>
            <a:off x="838199" y="1825624"/>
            <a:ext cx="11199471" cy="5032375"/>
          </a:xfrm>
        </p:spPr>
        <p:txBody>
          <a:bodyPr>
            <a:normAutofit/>
          </a:bodyPr>
          <a:lstStyle/>
          <a:p>
            <a:pPr marL="0" indent="0">
              <a:buNone/>
            </a:pPr>
            <a:r>
              <a:rPr lang="en-US" dirty="0"/>
              <a:t>Consider all </a:t>
            </a:r>
            <a:r>
              <a:rPr lang="en-US" b="1" dirty="0"/>
              <a:t>distinct</a:t>
            </a:r>
            <a:r>
              <a:rPr lang="en-US" dirty="0"/>
              <a:t> permutations of the letters in the word “BANANA” (which has 6 letters: B, A, N, A, N, A). What is the probability that no two A’s are adjacent?</a:t>
            </a:r>
          </a:p>
        </p:txBody>
      </p:sp>
    </p:spTree>
    <p:extLst>
      <p:ext uri="{BB962C8B-B14F-4D97-AF65-F5344CB8AC3E}">
        <p14:creationId xmlns:p14="http://schemas.microsoft.com/office/powerpoint/2010/main" val="3216388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3A7A9-53D8-F261-A6B4-3E6884E4C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28447-62A3-5DC6-29FB-1BF518947125}"/>
              </a:ext>
            </a:extLst>
          </p:cNvPr>
          <p:cNvSpPr>
            <a:spLocks noGrp="1"/>
          </p:cNvSpPr>
          <p:nvPr>
            <p:ph type="title"/>
          </p:nvPr>
        </p:nvSpPr>
        <p:spPr/>
        <p:txBody>
          <a:bodyPr/>
          <a:lstStyle/>
          <a:p>
            <a:r>
              <a:rPr lang="en-US" dirty="0">
                <a:solidFill>
                  <a:srgbClr val="0432FF"/>
                </a:solidFill>
              </a:rPr>
              <a:t>Problem 5</a:t>
            </a:r>
          </a:p>
        </p:txBody>
      </p:sp>
      <p:sp>
        <p:nvSpPr>
          <p:cNvPr id="3" name="Content Placeholder 2">
            <a:extLst>
              <a:ext uri="{FF2B5EF4-FFF2-40B4-BE49-F238E27FC236}">
                <a16:creationId xmlns:a16="http://schemas.microsoft.com/office/drawing/2014/main" id="{D025998F-AAE6-A976-35CA-B1985B79F724}"/>
              </a:ext>
            </a:extLst>
          </p:cNvPr>
          <p:cNvSpPr>
            <a:spLocks noGrp="1"/>
          </p:cNvSpPr>
          <p:nvPr>
            <p:ph idx="1"/>
          </p:nvPr>
        </p:nvSpPr>
        <p:spPr>
          <a:xfrm>
            <a:off x="838199" y="1825624"/>
            <a:ext cx="11199471" cy="5032375"/>
          </a:xfrm>
        </p:spPr>
        <p:txBody>
          <a:bodyPr>
            <a:normAutofit/>
          </a:bodyPr>
          <a:lstStyle/>
          <a:p>
            <a:pPr marL="0" indent="0">
              <a:buNone/>
            </a:pPr>
            <a:r>
              <a:rPr lang="en-US" dirty="0"/>
              <a:t>You select a random permutation of the letters in the word “MATH.” What is the probability that “TH” occurs as a consecutive block (i.e., T immediately followed by H)?</a:t>
            </a:r>
          </a:p>
        </p:txBody>
      </p:sp>
    </p:spTree>
    <p:extLst>
      <p:ext uri="{BB962C8B-B14F-4D97-AF65-F5344CB8AC3E}">
        <p14:creationId xmlns:p14="http://schemas.microsoft.com/office/powerpoint/2010/main" val="344061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69AB0-CB2F-BE27-5148-90449879A4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2E8638-E67B-B660-172C-28AA12315A67}"/>
              </a:ext>
            </a:extLst>
          </p:cNvPr>
          <p:cNvSpPr>
            <a:spLocks noGrp="1"/>
          </p:cNvSpPr>
          <p:nvPr>
            <p:ph type="title"/>
          </p:nvPr>
        </p:nvSpPr>
        <p:spPr/>
        <p:txBody>
          <a:bodyPr/>
          <a:lstStyle/>
          <a:p>
            <a:r>
              <a:rPr lang="en-US" dirty="0">
                <a:solidFill>
                  <a:srgbClr val="0432FF"/>
                </a:solidFill>
              </a:rPr>
              <a:t>Problem 6</a:t>
            </a:r>
          </a:p>
        </p:txBody>
      </p:sp>
      <p:sp>
        <p:nvSpPr>
          <p:cNvPr id="3" name="Content Placeholder 2">
            <a:extLst>
              <a:ext uri="{FF2B5EF4-FFF2-40B4-BE49-F238E27FC236}">
                <a16:creationId xmlns:a16="http://schemas.microsoft.com/office/drawing/2014/main" id="{73FD7F20-71DF-37E3-907D-2AEAAC135031}"/>
              </a:ext>
            </a:extLst>
          </p:cNvPr>
          <p:cNvSpPr>
            <a:spLocks noGrp="1"/>
          </p:cNvSpPr>
          <p:nvPr>
            <p:ph idx="1"/>
          </p:nvPr>
        </p:nvSpPr>
        <p:spPr>
          <a:xfrm>
            <a:off x="838199" y="1825624"/>
            <a:ext cx="11199471" cy="5032375"/>
          </a:xfrm>
        </p:spPr>
        <p:txBody>
          <a:bodyPr>
            <a:normAutofit/>
          </a:bodyPr>
          <a:lstStyle/>
          <a:p>
            <a:pPr marL="0" indent="0">
              <a:buNone/>
            </a:pPr>
            <a:r>
              <a:rPr lang="en-US" dirty="0"/>
              <a:t>You have a bag with 3 red marbles and 2 blue marbles (5 total). You draw a marble with replacement 3 times. What is the probability of drawing red at least once?</a:t>
            </a:r>
          </a:p>
        </p:txBody>
      </p:sp>
    </p:spTree>
    <p:extLst>
      <p:ext uri="{BB962C8B-B14F-4D97-AF65-F5344CB8AC3E}">
        <p14:creationId xmlns:p14="http://schemas.microsoft.com/office/powerpoint/2010/main" val="887623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73B33-A3CF-B9C0-A406-A6F4BBA638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70BC49-7182-E3E8-743E-E031244D6BB3}"/>
              </a:ext>
            </a:extLst>
          </p:cNvPr>
          <p:cNvSpPr>
            <a:spLocks noGrp="1"/>
          </p:cNvSpPr>
          <p:nvPr>
            <p:ph type="title"/>
          </p:nvPr>
        </p:nvSpPr>
        <p:spPr/>
        <p:txBody>
          <a:bodyPr/>
          <a:lstStyle/>
          <a:p>
            <a:r>
              <a:rPr lang="en-US" dirty="0">
                <a:solidFill>
                  <a:srgbClr val="0432FF"/>
                </a:solidFill>
              </a:rPr>
              <a:t>Problem 7</a:t>
            </a:r>
          </a:p>
        </p:txBody>
      </p:sp>
      <p:sp>
        <p:nvSpPr>
          <p:cNvPr id="3" name="Content Placeholder 2">
            <a:extLst>
              <a:ext uri="{FF2B5EF4-FFF2-40B4-BE49-F238E27FC236}">
                <a16:creationId xmlns:a16="http://schemas.microsoft.com/office/drawing/2014/main" id="{EBB2A229-D841-9770-B09E-A43C843615FE}"/>
              </a:ext>
            </a:extLst>
          </p:cNvPr>
          <p:cNvSpPr>
            <a:spLocks noGrp="1"/>
          </p:cNvSpPr>
          <p:nvPr>
            <p:ph idx="1"/>
          </p:nvPr>
        </p:nvSpPr>
        <p:spPr>
          <a:xfrm>
            <a:off x="838199" y="1825624"/>
            <a:ext cx="11199471" cy="5032375"/>
          </a:xfrm>
        </p:spPr>
        <p:txBody>
          <a:bodyPr>
            <a:normAutofit/>
          </a:bodyPr>
          <a:lstStyle/>
          <a:p>
            <a:pPr marL="0" indent="0">
              <a:buNone/>
            </a:pPr>
            <a:r>
              <a:rPr lang="en-US" dirty="0"/>
              <a:t>You roll two fair six-sided dice (faces 1-6). Given that at least one die shows a 4, what is the probability that the sum of the dice is 7?</a:t>
            </a:r>
          </a:p>
        </p:txBody>
      </p:sp>
    </p:spTree>
    <p:extLst>
      <p:ext uri="{BB962C8B-B14F-4D97-AF65-F5344CB8AC3E}">
        <p14:creationId xmlns:p14="http://schemas.microsoft.com/office/powerpoint/2010/main" val="1492591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A4D3F-5447-6DEF-DBF3-B21CFFAC2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2CCC0C-5410-D7A2-07D8-085DFEB50CF4}"/>
              </a:ext>
            </a:extLst>
          </p:cNvPr>
          <p:cNvSpPr>
            <a:spLocks noGrp="1"/>
          </p:cNvSpPr>
          <p:nvPr>
            <p:ph type="title"/>
          </p:nvPr>
        </p:nvSpPr>
        <p:spPr/>
        <p:txBody>
          <a:bodyPr/>
          <a:lstStyle/>
          <a:p>
            <a:r>
              <a:rPr lang="en-US" dirty="0">
                <a:solidFill>
                  <a:srgbClr val="0432FF"/>
                </a:solidFill>
              </a:rPr>
              <a:t>Problem 8</a:t>
            </a:r>
          </a:p>
        </p:txBody>
      </p:sp>
      <p:sp>
        <p:nvSpPr>
          <p:cNvPr id="3" name="Content Placeholder 2">
            <a:extLst>
              <a:ext uri="{FF2B5EF4-FFF2-40B4-BE49-F238E27FC236}">
                <a16:creationId xmlns:a16="http://schemas.microsoft.com/office/drawing/2014/main" id="{5BE53E2A-97E6-5958-A50B-B8DF62DB9A39}"/>
              </a:ext>
            </a:extLst>
          </p:cNvPr>
          <p:cNvSpPr>
            <a:spLocks noGrp="1"/>
          </p:cNvSpPr>
          <p:nvPr>
            <p:ph idx="1"/>
          </p:nvPr>
        </p:nvSpPr>
        <p:spPr>
          <a:xfrm>
            <a:off x="838199" y="1825624"/>
            <a:ext cx="11199471" cy="5032375"/>
          </a:xfrm>
        </p:spPr>
        <p:txBody>
          <a:bodyPr>
            <a:normAutofit/>
          </a:bodyPr>
          <a:lstStyle/>
          <a:p>
            <a:pPr marL="0" indent="0">
              <a:buNone/>
            </a:pPr>
            <a:r>
              <a:rPr lang="en-US" dirty="0"/>
              <a:t>You roll four fair six-sided dice. What is the probability that the maximum value showing among the four dice is exactly 6?</a:t>
            </a:r>
          </a:p>
        </p:txBody>
      </p:sp>
    </p:spTree>
    <p:extLst>
      <p:ext uri="{BB962C8B-B14F-4D97-AF65-F5344CB8AC3E}">
        <p14:creationId xmlns:p14="http://schemas.microsoft.com/office/powerpoint/2010/main" val="311749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74556-4843-90B2-6142-0DFF7C0525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A0AEF-6543-4920-1E9F-A56F3DE6BC8E}"/>
              </a:ext>
            </a:extLst>
          </p:cNvPr>
          <p:cNvSpPr>
            <a:spLocks noGrp="1"/>
          </p:cNvSpPr>
          <p:nvPr>
            <p:ph type="title"/>
          </p:nvPr>
        </p:nvSpPr>
        <p:spPr/>
        <p:txBody>
          <a:bodyPr/>
          <a:lstStyle/>
          <a:p>
            <a:r>
              <a:rPr lang="en-US" dirty="0">
                <a:solidFill>
                  <a:srgbClr val="0432FF"/>
                </a:solidFill>
              </a:rPr>
              <a:t>Problem 9</a:t>
            </a:r>
          </a:p>
        </p:txBody>
      </p:sp>
      <p:sp>
        <p:nvSpPr>
          <p:cNvPr id="3" name="Content Placeholder 2">
            <a:extLst>
              <a:ext uri="{FF2B5EF4-FFF2-40B4-BE49-F238E27FC236}">
                <a16:creationId xmlns:a16="http://schemas.microsoft.com/office/drawing/2014/main" id="{10C40DCE-1423-FFDF-A34E-28FE3079571E}"/>
              </a:ext>
            </a:extLst>
          </p:cNvPr>
          <p:cNvSpPr>
            <a:spLocks noGrp="1"/>
          </p:cNvSpPr>
          <p:nvPr>
            <p:ph idx="1"/>
          </p:nvPr>
        </p:nvSpPr>
        <p:spPr>
          <a:xfrm>
            <a:off x="838199" y="1825624"/>
            <a:ext cx="11199471" cy="5032375"/>
          </a:xfrm>
        </p:spPr>
        <p:txBody>
          <a:bodyPr>
            <a:normAutofit/>
          </a:bodyPr>
          <a:lstStyle/>
          <a:p>
            <a:pPr marL="0" indent="0">
              <a:buNone/>
            </a:pPr>
            <a:r>
              <a:rPr lang="en-US" dirty="0"/>
              <a:t>Consider an experiment with two possible outcomes: Success and Failure. If the outcome is Failure, you run the experiment again. If the success rate is p, how many experiments do you need to run in expectation before you succeed? </a:t>
            </a:r>
          </a:p>
        </p:txBody>
      </p:sp>
    </p:spTree>
    <p:extLst>
      <p:ext uri="{BB962C8B-B14F-4D97-AF65-F5344CB8AC3E}">
        <p14:creationId xmlns:p14="http://schemas.microsoft.com/office/powerpoint/2010/main" val="10159412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488</Words>
  <Application>Microsoft Macintosh PowerPoint</Application>
  <PresentationFormat>Widescreen</PresentationFormat>
  <Paragraphs>32</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Keywords</vt:lpstr>
      <vt:lpstr>Problem 1</vt:lpstr>
      <vt:lpstr>Problem 2</vt:lpstr>
      <vt:lpstr>Problem 3</vt:lpstr>
      <vt:lpstr>Problem 4</vt:lpstr>
      <vt:lpstr>Problem 5</vt:lpstr>
      <vt:lpstr>Problem 6</vt:lpstr>
      <vt:lpstr>Problem 7</vt:lpstr>
      <vt:lpstr>Problem 8</vt:lpstr>
      <vt:lpstr>Problem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 Ren</dc:creator>
  <cp:lastModifiedBy>Yi Ren</cp:lastModifiedBy>
  <cp:revision>1</cp:revision>
  <dcterms:created xsi:type="dcterms:W3CDTF">2026-01-20T19:52:23Z</dcterms:created>
  <dcterms:modified xsi:type="dcterms:W3CDTF">2026-01-20T20:02:23Z</dcterms:modified>
</cp:coreProperties>
</file>