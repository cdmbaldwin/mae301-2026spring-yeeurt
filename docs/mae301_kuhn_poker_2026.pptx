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3" r:id="rId3"/>
    <p:sldId id="264" r:id="rId4"/>
    <p:sldId id="265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B430F-88B8-854C-86E3-8997BA58DFA7}" v="8" dt="2026-01-27T21:17:59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6"/>
  </p:normalViewPr>
  <p:slideViewPr>
    <p:cSldViewPr snapToGrid="0">
      <p:cViewPr>
        <p:scale>
          <a:sx n="83" d="100"/>
          <a:sy n="83" d="100"/>
        </p:scale>
        <p:origin x="180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 Ren" userId="83e6301c-a790-4584-8f5d-46220ecd4860" providerId="ADAL" clId="{8B0B430F-88B8-854C-86E3-8997BA58DFA7}"/>
    <pc:docChg chg="custSel addSld modSld">
      <pc:chgData name="Yi Ren" userId="83e6301c-a790-4584-8f5d-46220ecd4860" providerId="ADAL" clId="{8B0B430F-88B8-854C-86E3-8997BA58DFA7}" dt="2026-01-27T21:19:47.512" v="861" actId="20577"/>
      <pc:docMkLst>
        <pc:docMk/>
      </pc:docMkLst>
      <pc:sldChg chg="delSp modSp mod">
        <pc:chgData name="Yi Ren" userId="83e6301c-a790-4584-8f5d-46220ecd4860" providerId="ADAL" clId="{8B0B430F-88B8-854C-86E3-8997BA58DFA7}" dt="2026-01-27T21:19:47.512" v="861" actId="20577"/>
        <pc:sldMkLst>
          <pc:docMk/>
          <pc:sldMk cId="3600041615" sldId="259"/>
        </pc:sldMkLst>
        <pc:spChg chg="mod">
          <ac:chgData name="Yi Ren" userId="83e6301c-a790-4584-8f5d-46220ecd4860" providerId="ADAL" clId="{8B0B430F-88B8-854C-86E3-8997BA58DFA7}" dt="2026-01-27T21:19:47.512" v="861" actId="20577"/>
          <ac:spMkLst>
            <pc:docMk/>
            <pc:sldMk cId="3600041615" sldId="259"/>
            <ac:spMk id="3" creationId="{6C403E4F-B83E-DBEB-20D9-5E8E2DE4181B}"/>
          </ac:spMkLst>
        </pc:spChg>
        <pc:spChg chg="del">
          <ac:chgData name="Yi Ren" userId="83e6301c-a790-4584-8f5d-46220ecd4860" providerId="ADAL" clId="{8B0B430F-88B8-854C-86E3-8997BA58DFA7}" dt="2026-01-27T21:17:59.577" v="590" actId="478"/>
          <ac:spMkLst>
            <pc:docMk/>
            <pc:sldMk cId="3600041615" sldId="259"/>
            <ac:spMk id="7" creationId="{B3A6B74D-5094-60BB-0CB2-0BD495B6D2D2}"/>
          </ac:spMkLst>
        </pc:spChg>
        <pc:picChg chg="del">
          <ac:chgData name="Yi Ren" userId="83e6301c-a790-4584-8f5d-46220ecd4860" providerId="ADAL" clId="{8B0B430F-88B8-854C-86E3-8997BA58DFA7}" dt="2026-01-27T21:17:59.577" v="590" actId="478"/>
          <ac:picMkLst>
            <pc:docMk/>
            <pc:sldMk cId="3600041615" sldId="259"/>
            <ac:picMk id="6" creationId="{4CF7AE5A-9477-F68D-74B2-FE09DF759A45}"/>
          </ac:picMkLst>
        </pc:picChg>
      </pc:sldChg>
      <pc:sldChg chg="delSp modSp mod">
        <pc:chgData name="Yi Ren" userId="83e6301c-a790-4584-8f5d-46220ecd4860" providerId="ADAL" clId="{8B0B430F-88B8-854C-86E3-8997BA58DFA7}" dt="2026-01-27T21:17:13.340" v="582" actId="478"/>
        <pc:sldMkLst>
          <pc:docMk/>
          <pc:sldMk cId="2262528882" sldId="261"/>
        </pc:sldMkLst>
        <pc:spChg chg="del">
          <ac:chgData name="Yi Ren" userId="83e6301c-a790-4584-8f5d-46220ecd4860" providerId="ADAL" clId="{8B0B430F-88B8-854C-86E3-8997BA58DFA7}" dt="2026-01-27T21:17:13.340" v="582" actId="478"/>
          <ac:spMkLst>
            <pc:docMk/>
            <pc:sldMk cId="2262528882" sldId="261"/>
            <ac:spMk id="9" creationId="{3435F7B9-E07F-AB4E-CA44-3367E3095A39}"/>
          </ac:spMkLst>
        </pc:spChg>
        <pc:spChg chg="mod">
          <ac:chgData name="Yi Ren" userId="83e6301c-a790-4584-8f5d-46220ecd4860" providerId="ADAL" clId="{8B0B430F-88B8-854C-86E3-8997BA58DFA7}" dt="2026-01-27T21:17:04.195" v="581" actId="20577"/>
          <ac:spMkLst>
            <pc:docMk/>
            <pc:sldMk cId="2262528882" sldId="261"/>
            <ac:spMk id="12" creationId="{BB1B25BB-B61A-152C-1CA6-E96458018BAE}"/>
          </ac:spMkLst>
        </pc:spChg>
      </pc:sldChg>
      <pc:sldChg chg="delSp modSp">
        <pc:chgData name="Yi Ren" userId="83e6301c-a790-4584-8f5d-46220ecd4860" providerId="ADAL" clId="{8B0B430F-88B8-854C-86E3-8997BA58DFA7}" dt="2026-01-27T21:17:32.037" v="584" actId="478"/>
        <pc:sldMkLst>
          <pc:docMk/>
          <pc:sldMk cId="1359385211" sldId="263"/>
        </pc:sldMkLst>
        <pc:spChg chg="del">
          <ac:chgData name="Yi Ren" userId="83e6301c-a790-4584-8f5d-46220ecd4860" providerId="ADAL" clId="{8B0B430F-88B8-854C-86E3-8997BA58DFA7}" dt="2026-01-27T21:17:32.037" v="584" actId="478"/>
          <ac:spMkLst>
            <pc:docMk/>
            <pc:sldMk cId="1359385211" sldId="263"/>
            <ac:spMk id="7" creationId="{88F063C1-613F-398A-8B54-8FEB050BB7A0}"/>
          </ac:spMkLst>
        </pc:spChg>
        <pc:picChg chg="del mod">
          <ac:chgData name="Yi Ren" userId="83e6301c-a790-4584-8f5d-46220ecd4860" providerId="ADAL" clId="{8B0B430F-88B8-854C-86E3-8997BA58DFA7}" dt="2026-01-27T21:17:32.037" v="584" actId="478"/>
          <ac:picMkLst>
            <pc:docMk/>
            <pc:sldMk cId="1359385211" sldId="263"/>
            <ac:picMk id="6" creationId="{26131CCD-C56C-0F04-047E-87B85462F6AD}"/>
          </ac:picMkLst>
        </pc:picChg>
      </pc:sldChg>
      <pc:sldChg chg="delSp modSp add mod">
        <pc:chgData name="Yi Ren" userId="83e6301c-a790-4584-8f5d-46220ecd4860" providerId="ADAL" clId="{8B0B430F-88B8-854C-86E3-8997BA58DFA7}" dt="2026-01-27T21:17:37.101" v="585" actId="478"/>
        <pc:sldMkLst>
          <pc:docMk/>
          <pc:sldMk cId="3957901728" sldId="264"/>
        </pc:sldMkLst>
        <pc:spChg chg="mod">
          <ac:chgData name="Yi Ren" userId="83e6301c-a790-4584-8f5d-46220ecd4860" providerId="ADAL" clId="{8B0B430F-88B8-854C-86E3-8997BA58DFA7}" dt="2026-01-27T21:09:18.308" v="211" actId="20577"/>
          <ac:spMkLst>
            <pc:docMk/>
            <pc:sldMk cId="3957901728" sldId="264"/>
            <ac:spMk id="3" creationId="{3574F78F-786D-D900-5EA0-3A051A1CA080}"/>
          </ac:spMkLst>
        </pc:spChg>
        <pc:spChg chg="del">
          <ac:chgData name="Yi Ren" userId="83e6301c-a790-4584-8f5d-46220ecd4860" providerId="ADAL" clId="{8B0B430F-88B8-854C-86E3-8997BA58DFA7}" dt="2026-01-27T21:17:37.101" v="585" actId="478"/>
          <ac:spMkLst>
            <pc:docMk/>
            <pc:sldMk cId="3957901728" sldId="264"/>
            <ac:spMk id="7" creationId="{9698E290-BDE1-9202-68DF-736C0700DD9A}"/>
          </ac:spMkLst>
        </pc:spChg>
        <pc:picChg chg="del">
          <ac:chgData name="Yi Ren" userId="83e6301c-a790-4584-8f5d-46220ecd4860" providerId="ADAL" clId="{8B0B430F-88B8-854C-86E3-8997BA58DFA7}" dt="2026-01-27T21:17:37.101" v="585" actId="478"/>
          <ac:picMkLst>
            <pc:docMk/>
            <pc:sldMk cId="3957901728" sldId="264"/>
            <ac:picMk id="6" creationId="{1DE7A6A6-ED4D-A5AB-DBC0-2047D43E852D}"/>
          </ac:picMkLst>
        </pc:picChg>
      </pc:sldChg>
      <pc:sldChg chg="addSp delSp modSp add mod">
        <pc:chgData name="Yi Ren" userId="83e6301c-a790-4584-8f5d-46220ecd4860" providerId="ADAL" clId="{8B0B430F-88B8-854C-86E3-8997BA58DFA7}" dt="2026-01-27T21:17:47.022" v="589" actId="478"/>
        <pc:sldMkLst>
          <pc:docMk/>
          <pc:sldMk cId="764176058" sldId="265"/>
        </pc:sldMkLst>
        <pc:spChg chg="mod">
          <ac:chgData name="Yi Ren" userId="83e6301c-a790-4584-8f5d-46220ecd4860" providerId="ADAL" clId="{8B0B430F-88B8-854C-86E3-8997BA58DFA7}" dt="2026-01-27T21:12:43.727" v="345" actId="20577"/>
          <ac:spMkLst>
            <pc:docMk/>
            <pc:sldMk cId="764176058" sldId="265"/>
            <ac:spMk id="3" creationId="{D7BCF7E0-1E0F-FD09-84A9-B1E42D471C75}"/>
          </ac:spMkLst>
        </pc:spChg>
        <pc:spChg chg="add del mod">
          <ac:chgData name="Yi Ren" userId="83e6301c-a790-4584-8f5d-46220ecd4860" providerId="ADAL" clId="{8B0B430F-88B8-854C-86E3-8997BA58DFA7}" dt="2026-01-27T21:17:44.926" v="588" actId="478"/>
          <ac:spMkLst>
            <pc:docMk/>
            <pc:sldMk cId="764176058" sldId="265"/>
            <ac:spMk id="4" creationId="{7D6D988B-1FC9-140C-4219-3369C3C7BE7A}"/>
          </ac:spMkLst>
        </pc:spChg>
        <pc:spChg chg="del">
          <ac:chgData name="Yi Ren" userId="83e6301c-a790-4584-8f5d-46220ecd4860" providerId="ADAL" clId="{8B0B430F-88B8-854C-86E3-8997BA58DFA7}" dt="2026-01-27T21:17:47.022" v="589" actId="478"/>
          <ac:spMkLst>
            <pc:docMk/>
            <pc:sldMk cId="764176058" sldId="265"/>
            <ac:spMk id="7" creationId="{55A3BD9F-7158-45A5-4EA1-DB25992DF877}"/>
          </ac:spMkLst>
        </pc:spChg>
        <pc:picChg chg="del">
          <ac:chgData name="Yi Ren" userId="83e6301c-a790-4584-8f5d-46220ecd4860" providerId="ADAL" clId="{8B0B430F-88B8-854C-86E3-8997BA58DFA7}" dt="2026-01-27T21:17:47.022" v="589" actId="478"/>
          <ac:picMkLst>
            <pc:docMk/>
            <pc:sldMk cId="764176058" sldId="265"/>
            <ac:picMk id="6" creationId="{176C7AC9-B9FF-782C-CF4D-C0444C9871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FDBCA-47CA-2710-5F37-EDC15A6D8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86E1A-AFFE-B5E1-87A3-9241DAF52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EA52B-AC5E-10F4-A528-B6BDB878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BF65B-2E9F-3D53-EA0D-AADCA8A0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7EB66-61D7-1095-CA99-FA6B154C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3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859A-02FF-0951-A1B2-85840DC6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A406-B42E-BEF3-6A12-C4AE5C2D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B31C-3935-5F40-393F-8D519AC2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3D993-5DB4-9482-CE3D-145BE73A4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434D3-6780-8778-374D-08942293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7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901A-0F3A-806A-779A-E881D9CA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9349C-96C5-396B-E0EE-61D986DF7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A25DC-9186-B0CB-C833-1AC174F5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7E3B2-62DE-98AF-5014-A65E6D3F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353A7-A0DB-CF12-F0AD-5EDCEA63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8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6264-D099-2657-D463-AFDA70A6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5790E-488D-48C7-6120-D32445FD0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5CBCD-9D2A-E4C3-6A7F-DCB3DCF6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BEE26-4348-FCA4-32CA-0674867FF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023F6-5F89-933D-2910-8E86BD1E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54140-21E4-6B0B-6593-51A3A9322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1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AC62-4E27-B5DA-9900-81BAA86A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8D4CE-567B-57DB-EEC4-BF1F9A8A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A21BE-63F4-77E9-D06D-FC9139D23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BA5F2-F5F9-92AD-2F08-BE1A7247B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CD8EC-C3E6-BB0B-9688-772A6956B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6E1A0-5A88-308D-2BDF-2564B1E9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24798-BCFB-FC0C-3CF4-8E51099F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A798F-7E07-87E3-665D-F48C3ECAD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3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BD3A-D47A-A22B-81FB-6DE05572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A2731-1581-1B0E-40B3-90F0D2AD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87559-7C04-BC2F-33D2-44DF38C7D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A30E9-682F-ED61-FA41-2D5D7BDC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2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D9906A-1FBA-55DE-9967-63951528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0C541F-3DB6-9B9B-6F75-E3271443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1B6FD-9A7B-8774-ABE2-6CE062F7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946F-AEA5-AFA7-B947-6F07E6B9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8C5A-E444-C461-FA5C-819F888B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CDD9A-FCEE-710C-D8EA-3FC8B083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BDDBD-EDAD-0736-AE88-5E63BA5D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0E9B9-91F3-E639-03B2-28EB65E1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74B59-EA2E-729D-A8E3-CECA3617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96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4CF0-C5BC-B1F1-F94E-14F56846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89B0C-26FD-2277-1D87-6F401DA90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59D9F-4E3C-D677-75E1-6F506DEF8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60B12-A6C1-22AF-A414-2E939CA2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133D7-242E-C32C-7029-85C073C0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6A4A2-70D4-8718-4119-86D23CDB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729A-3C4D-1537-6DA7-7F54EF0C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A27D5-B542-011B-381B-F97A58E3B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07095-FE54-2379-FE2A-26C0F98C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25DA7-CA3D-A68C-A092-EFD764158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6EBE0-6D59-13B8-7A50-4D0E64CE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0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748C6-5C7C-31F9-C6F9-CCF464756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30B14-111B-176E-6140-2662B6A29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6E35B-F06E-2C08-7ADB-69904047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001D4-3EA2-A879-F9C1-049234D8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72DCF-4888-3919-6A14-98A3BC25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5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1872C-2EC8-E44F-0217-66895B0D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13E4F-FEA4-658E-B6C7-8619C2325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957D-7C57-E90C-A920-B1A83CD12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BA521-1F7A-E945-A121-4ABE983F590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072D1-C449-941A-7582-45486D2F8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FEB2-00CE-4B42-9DD6-83316C0D7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01701-FD23-6043-A25F-827A2F848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7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766B-4BA4-0B7B-57C7-734F6284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CB2B-6DA4-A211-D7BB-1008343F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 – Kuhn Poker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3E4F-B83E-DBEB-20D9-5E8E2DE4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7837"/>
            <a:ext cx="11353800" cy="5370163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Kuhn Poker is a simplified Poker game to demonstrate that bluffing is a reasonable strategy under uncertainty. Here we use it as a practice of basic concepts and an introduction to the </a:t>
            </a:r>
            <a:r>
              <a:rPr lang="en-US"/>
              <a:t>Central Limit Theorem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Rules: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Deck {J,Q,K}; each antes 1;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each is dealt one card (uniform over deck).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One betting round with a single bet size (=1).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Check–check → showdown for pot 2 (±1 net).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someone bets and the other folds → bettor wins pot 3 (net +1 for bettor).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bet–call → showdown for pot 4 (±2 net).</a:t>
            </a: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004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2570-2168-4E81-5CAC-253DD949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9D4D-06D4-7231-03E1-1F7B959A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 – Kuhn Poker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D7460-0CE6-51EB-2B6B-69BFC6EB7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Demo 1: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Player 1 (P1): J, P2: Q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P1 bet, then P2 call, P1 payoff = -2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Demo 2: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P1: K, P2: Q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P1 bet, then P2 fold, P1 payoff = 1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938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585B-128D-36A2-D7D8-98E107D3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51C0-7F21-7DA6-20AD-C08A9CC0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 – Kuhn Poker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4F78F-786D-D900-5EA0-3A051A1CA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P1 best strategy: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J, (check, bet) = (2/3, 1/3)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Q, always check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K, always bet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J and P2 bet, always fold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Q and P2 bet, (fold, call) = (1/3, 2/3)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K and P2 bet, always call</a:t>
            </a:r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790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E5CD-935B-9C00-D24E-AE43E08E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995A-B678-C441-2132-8DC76829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 – Kuhn Poker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F7E0-1E0F-FD09-84A9-B1E42D471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P2 best strategy: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J and P1 check, (check, bet) = (2/3, 1/3)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J and P1 bet, always fold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Q and P1 check, always check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Q and P1 bet, (fold, call) = (2/3, 1/3)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K and P2 check, always bet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If K and P1 bet, always call</a:t>
            </a:r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417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5001-76C9-98DB-3FB7-8AC5381A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45C1-C488-A16E-5D06-3C1B9FA2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7913930-8409-564B-6A81-581580FC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143" y="2476083"/>
            <a:ext cx="12760473" cy="3808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4F6C93-A876-41AA-FEF2-D596C2078331}"/>
              </a:ext>
            </a:extLst>
          </p:cNvPr>
          <p:cNvSpPr txBox="1"/>
          <p:nvPr/>
        </p:nvSpPr>
        <p:spPr>
          <a:xfrm>
            <a:off x="838200" y="6392505"/>
            <a:ext cx="1110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Petr Kadlec - Own work, CC BY-SA 4.0,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=48757606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55C1E2-CB2B-AE24-705C-7A6DB8836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(</a:t>
            </a:r>
            <a:r>
              <a:rPr lang="en-US" sz="2800" b="1" dirty="0"/>
              <a:t>Kuhn poker</a:t>
            </a:r>
            <a:r>
              <a:rPr lang="en-US" b="1" dirty="0"/>
              <a:t>) </a:t>
            </a:r>
            <a:r>
              <a:rPr lang="en-US" dirty="0"/>
              <a:t>Game tree:</a:t>
            </a: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348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0ADD-264D-AF1B-68E6-2EFEBC00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3CC2-C675-B738-6802-05B5AB8B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B1B25BB-B61A-152C-1CA6-E96458018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b="1" dirty="0"/>
              <a:t>Questions: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AutoNum type="arabicPeriod"/>
            </a:pPr>
            <a:r>
              <a:rPr lang="en-US" sz="2400" dirty="0"/>
              <a:t>Consider you are P2 with Q and P1 bets. What is your posterior belief about P1?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2400" dirty="0"/>
              <a:t>What is the expected payoff to P1? 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2400" dirty="0"/>
              <a:t>What is the distribution of P1’s payoff if the game is played N times?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r>
              <a:rPr lang="en-US" sz="2400" dirty="0"/>
              <a:t>If this a fair game?</a:t>
            </a:r>
          </a:p>
          <a:p>
            <a:pPr marL="457200" indent="-457200">
              <a:spcAft>
                <a:spcPts val="1200"/>
              </a:spcAft>
              <a:buAutoNum type="arabicPeriod"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2528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395</Words>
  <Application>Microsoft Macintosh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Exercise – Kuhn Poker</vt:lpstr>
      <vt:lpstr>Exercise – Kuhn Poker</vt:lpstr>
      <vt:lpstr>Exercise – Kuhn Poker</vt:lpstr>
      <vt:lpstr>Exercise – Kuhn Poker</vt:lpstr>
      <vt:lpstr>Exercise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Ren</dc:creator>
  <cp:lastModifiedBy>Yi Ren</cp:lastModifiedBy>
  <cp:revision>1</cp:revision>
  <dcterms:created xsi:type="dcterms:W3CDTF">2026-01-27T20:58:18Z</dcterms:created>
  <dcterms:modified xsi:type="dcterms:W3CDTF">2026-01-27T21:19:50Z</dcterms:modified>
</cp:coreProperties>
</file>